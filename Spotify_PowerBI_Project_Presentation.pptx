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presents a Spotify Streaming Data Analysis Dashboard developed using Power BI.</a:t>
            </a:r>
          </a:p>
          <a:p>
            <a:r>
              <a:t>It transforms large music streaming datasets into interactive visual insights.</a:t>
            </a:r>
          </a:p>
          <a:p>
            <a:r>
              <a:t>The dashboard helps analyze song popularity, artist performance, and audio characteristics.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 Used: Power BI</a:t>
            </a:r>
          </a:p>
          <a:p>
            <a:r>
              <a:t>Dataset: Spotify Streaming Data</a:t>
            </a:r>
          </a:p>
          <a:p>
            <a:r>
              <a:t>Techniques: Data Cleaning, Data Visualization, KPI Analysis</a:t>
            </a:r>
          </a:p>
          <a:p>
            <a:r>
              <a:t>Purpose: Convert raw data into meaningful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total streaming performance.</a:t>
            </a:r>
          </a:p>
          <a:p>
            <a:r>
              <a:t>Identify top-performing tracks and artists.</a:t>
            </a:r>
          </a:p>
          <a:p>
            <a:r>
              <a:t>Study song characteristics such as danceability and energy.</a:t>
            </a:r>
          </a:p>
          <a:p>
            <a:r>
              <a:t>Observe streaming trends over time.</a:t>
            </a:r>
          </a:p>
          <a:p>
            <a:r>
              <a:t>Support data-driven decision 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Music platforms generate large volumes of streaming data.</a:t>
            </a:r>
          </a:p>
          <a:p>
            <a:r>
              <a:t>Manual analysis is difficult and time-consuming.</a:t>
            </a:r>
          </a:p>
          <a:p>
            <a:r>
              <a:t>There is a need to identify popular songs and trends efficiently.</a:t>
            </a:r>
          </a:p>
          <a:p>
            <a:r>
              <a:t>A dashboard provides quick and interactive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Fields:</a:t>
            </a:r>
          </a:p>
          <a:p>
            <a:r>
              <a:t>Track Name</a:t>
            </a:r>
          </a:p>
          <a:p>
            <a:r>
              <a:t>Artist Name</a:t>
            </a:r>
          </a:p>
          <a:p>
            <a:r>
              <a:t>Streams</a:t>
            </a:r>
          </a:p>
          <a:p>
            <a:r>
              <a:t>Released Year</a:t>
            </a:r>
          </a:p>
          <a:p>
            <a:r>
              <a:t>Danceability %, Energy %, Valence %</a:t>
            </a:r>
          </a:p>
          <a:p>
            <a:r>
              <a:t>Speechiness %, Acousticness %, Key,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Query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clean and transform data before analysis.</a:t>
            </a:r>
          </a:p>
          <a:p>
            <a:r>
              <a:t>Operations performed:</a:t>
            </a:r>
          </a:p>
          <a:p>
            <a:r>
              <a:t>Change data types</a:t>
            </a:r>
          </a:p>
          <a:p>
            <a:r>
              <a:t>Remove duplicates</a:t>
            </a:r>
          </a:p>
          <a:p>
            <a:r>
              <a:t>Handle missing values</a:t>
            </a:r>
          </a:p>
          <a:p>
            <a:r>
              <a:t>Filter and rename columns</a:t>
            </a:r>
          </a:p>
          <a:p>
            <a:r>
              <a:t>Load cleaned data into Power BI.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(Data Analysis Expressions)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create dynamic calculations and KPIs.</a:t>
            </a:r>
          </a:p>
          <a:p>
            <a:r>
              <a:t>Examples:</a:t>
            </a:r>
          </a:p>
          <a:p>
            <a:r>
              <a:t>Total Streams = SUM(streams)</a:t>
            </a:r>
          </a:p>
          <a:p>
            <a:r>
              <a:t>Average Danceability = AVERAGE(danceability_%)</a:t>
            </a:r>
          </a:p>
          <a:p>
            <a:r>
              <a:t>Distinct Artists = DISTINCTCOUNT(artist_name)</a:t>
            </a:r>
          </a:p>
          <a:p>
            <a:r>
              <a:t>DAX updates automatically based on filters.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Streams: Overall listening volume.</a:t>
            </a:r>
          </a:p>
          <a:p>
            <a:r>
              <a:t>Danceability %: Suitability of songs for dancing.</a:t>
            </a:r>
          </a:p>
          <a:p>
            <a:r>
              <a:t>Energy %: Intensity of music.</a:t>
            </a:r>
          </a:p>
          <a:p>
            <a:r>
              <a:t>Valence %: Positivity level of songs.</a:t>
            </a:r>
          </a:p>
          <a:p>
            <a:r>
              <a:t>KPIs provide quick performance measurement.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Chart: Top tracks and artists.</a:t>
            </a:r>
          </a:p>
          <a:p>
            <a:r>
              <a:t>Line Chart: Streaming trends over time.</a:t>
            </a:r>
          </a:p>
          <a:p>
            <a:r>
              <a:t>Scatter Plot: Relationship between audio features.</a:t>
            </a:r>
          </a:p>
          <a:p>
            <a:r>
              <a:t>Treemap: Streams by released year.</a:t>
            </a:r>
          </a:p>
          <a:p>
            <a:r>
              <a:t>Gauge Chart: Average audio characteristics.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and Slicers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interactively filter dashboard data.</a:t>
            </a:r>
          </a:p>
          <a:p>
            <a:r>
              <a:t>Filters available:</a:t>
            </a:r>
          </a:p>
          <a:p>
            <a:r>
              <a:t>Artist Name</a:t>
            </a:r>
          </a:p>
          <a:p>
            <a:r>
              <a:t>Released Year</a:t>
            </a:r>
          </a:p>
          <a:p>
            <a:r>
              <a:t>Key</a:t>
            </a:r>
          </a:p>
          <a:p>
            <a:r>
              <a:t>Mode</a:t>
            </a:r>
          </a:p>
          <a:p>
            <a:r>
              <a:t>All visuals update automatically when filters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successfully analyzes Spotify streaming data.</a:t>
            </a:r>
          </a:p>
          <a:p>
            <a:r>
              <a:t>It identifies popular tracks and artists.</a:t>
            </a:r>
          </a:p>
          <a:p>
            <a:r>
              <a:t>It reveals patterns in music characteristics.</a:t>
            </a:r>
          </a:p>
          <a:p>
            <a:r>
              <a:t>Visualization improves understanding of large datasets.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real-time streaming data integration.</a:t>
            </a:r>
          </a:p>
          <a:p>
            <a:r>
              <a:t>Include predictive analytics using machine learning.</a:t>
            </a:r>
          </a:p>
          <a:p>
            <a:r>
              <a:t>Develop mobile-friendly dashboards.</a:t>
            </a:r>
          </a:p>
          <a:p>
            <a:r>
              <a:t>Expand analysis to user demographics and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